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Nunito"/>
      <p:regular r:id="rId15"/>
      <p:bold r:id="rId16"/>
      <p:italic r:id="rId17"/>
      <p:boldItalic r:id="rId18"/>
    </p:embeddedFont>
    <p:embeddedFont>
      <p:font typeface="Maven Pro"/>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avenPro-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regular.fntdata"/><Relationship Id="rId14" Type="http://schemas.openxmlformats.org/officeDocument/2006/relationships/slide" Target="slides/slide9.xml"/><Relationship Id="rId17" Type="http://schemas.openxmlformats.org/officeDocument/2006/relationships/font" Target="fonts/Nunito-italic.fntdata"/><Relationship Id="rId16" Type="http://schemas.openxmlformats.org/officeDocument/2006/relationships/font" Target="fonts/Nunito-bold.fntdata"/><Relationship Id="rId5" Type="http://schemas.openxmlformats.org/officeDocument/2006/relationships/notesMaster" Target="notesMasters/notesMaster1.xml"/><Relationship Id="rId19" Type="http://schemas.openxmlformats.org/officeDocument/2006/relationships/font" Target="fonts/MavenPro-regular.fntdata"/><Relationship Id="rId6" Type="http://schemas.openxmlformats.org/officeDocument/2006/relationships/slide" Target="slides/slide1.xml"/><Relationship Id="rId18" Type="http://schemas.openxmlformats.org/officeDocument/2006/relationships/font" Target="fonts/Nuni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a013425a2b_0_1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a013425a2b_0_1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a013425a2b_0_1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a013425a2b_0_1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a013425a2b_0_1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a013425a2b_0_1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6fc28f4c01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6fc28f4c01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6fc28f4c01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6fc28f4c01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6fc28f4c01_2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6fc28f4c01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6fc28f4c01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6fc28f4c01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6fc28f4c01_2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6fc28f4c01_2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578175" y="1172738"/>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Reporte de bugs</a:t>
            </a:r>
            <a:br>
              <a:rPr lang="es-419"/>
            </a:br>
            <a:r>
              <a:rPr lang="es-419"/>
              <a:t>Facebook LITE</a:t>
            </a:r>
            <a:endParaRPr/>
          </a:p>
        </p:txBody>
      </p:sp>
      <p:sp>
        <p:nvSpPr>
          <p:cNvPr id="278" name="Google Shape;278;p13"/>
          <p:cNvSpPr txBox="1"/>
          <p:nvPr>
            <p:ph type="ctrTitle"/>
          </p:nvPr>
        </p:nvSpPr>
        <p:spPr>
          <a:xfrm>
            <a:off x="116675" y="3201625"/>
            <a:ext cx="6103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u="sng"/>
              <a:t>Tester</a:t>
            </a:r>
            <a:r>
              <a:rPr lang="es-419"/>
              <a:t>: Fernández Victoria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ctrTitle"/>
          </p:nvPr>
        </p:nvSpPr>
        <p:spPr>
          <a:xfrm>
            <a:off x="14952" y="-591593"/>
            <a:ext cx="40047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u="sng"/>
              <a:t>Marco de trabajo</a:t>
            </a:r>
            <a:endParaRPr u="sng"/>
          </a:p>
        </p:txBody>
      </p:sp>
      <p:sp>
        <p:nvSpPr>
          <p:cNvPr id="284" name="Google Shape;284;p14"/>
          <p:cNvSpPr txBox="1"/>
          <p:nvPr>
            <p:ph type="ctrTitle"/>
          </p:nvPr>
        </p:nvSpPr>
        <p:spPr>
          <a:xfrm>
            <a:off x="101725" y="1281300"/>
            <a:ext cx="6103500" cy="1872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0" lang="es-419" sz="1700"/>
              <a:t>Las pruebas se realizaron sobre la aplicación </a:t>
            </a:r>
            <a:r>
              <a:rPr lang="es-419" sz="1700"/>
              <a:t>Facebook Lite</a:t>
            </a:r>
            <a:r>
              <a:rPr b="0" lang="es-419" sz="1700"/>
              <a:t>, con el objetivo de evaluar su </a:t>
            </a:r>
            <a:r>
              <a:rPr lang="es-419" sz="1700"/>
              <a:t>funcionamiento general</a:t>
            </a:r>
            <a:r>
              <a:rPr b="0" lang="es-419" sz="1700"/>
              <a:t>, y </a:t>
            </a:r>
            <a:r>
              <a:rPr lang="es-419" sz="1700"/>
              <a:t>comportamiento</a:t>
            </a:r>
            <a:r>
              <a:rPr b="0" lang="es-419" sz="1700"/>
              <a:t> frente a distintas acciones del usuario.</a:t>
            </a:r>
            <a:endParaRPr b="0" sz="2000"/>
          </a:p>
          <a:p>
            <a:pPr indent="0" lvl="0" marL="0" rtl="0" algn="l">
              <a:spcBef>
                <a:spcPts val="0"/>
              </a:spcBef>
              <a:spcAft>
                <a:spcPts val="0"/>
              </a:spcAft>
              <a:buNone/>
            </a:pPr>
            <a:r>
              <a:rPr b="0" lang="es-419" sz="1700"/>
              <a:t>El enfoque del trabajo fue funcional, aplicando técnicas de </a:t>
            </a:r>
            <a:r>
              <a:rPr i="1" lang="es-419" sz="1700"/>
              <a:t>testing manual</a:t>
            </a:r>
            <a:r>
              <a:rPr b="0" lang="es-419" sz="1700"/>
              <a:t> para validar la correcta ejecución de las principales funcionalidades del sistema, identificando defectos y comportamientos no esperados</a:t>
            </a:r>
            <a:endParaRPr b="0" sz="4200" u="sng"/>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ctrTitle"/>
          </p:nvPr>
        </p:nvSpPr>
        <p:spPr>
          <a:xfrm>
            <a:off x="14950" y="-591600"/>
            <a:ext cx="4246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u="sng"/>
              <a:t>Rol desempeñado</a:t>
            </a:r>
            <a:endParaRPr u="sng"/>
          </a:p>
        </p:txBody>
      </p:sp>
      <p:sp>
        <p:nvSpPr>
          <p:cNvPr id="290" name="Google Shape;290;p15"/>
          <p:cNvSpPr txBox="1"/>
          <p:nvPr>
            <p:ph type="ctrTitle"/>
          </p:nvPr>
        </p:nvSpPr>
        <p:spPr>
          <a:xfrm>
            <a:off x="101725" y="1281300"/>
            <a:ext cx="6103500" cy="18729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0" lang="es-419" sz="1700"/>
              <a:t>Realicé las pruebas como </a:t>
            </a:r>
            <a:r>
              <a:rPr lang="es-419" sz="1700"/>
              <a:t>Analista de QA</a:t>
            </a:r>
            <a:r>
              <a:rPr b="0" lang="es-419" sz="1700"/>
              <a:t>, siendo responsable de diseñar los casos de prueba basados en los principales flujos de la aplicación. </a:t>
            </a:r>
            <a:r>
              <a:rPr b="0" lang="es-419" sz="1700"/>
              <a:t>También</a:t>
            </a:r>
            <a:r>
              <a:rPr b="0" lang="es-419" sz="1700"/>
              <a:t> ejecuté las pruebas manualmente sobre un dispositivo real. Registré los defectos detectados, y elaboré el informe final con el resumen de hallazgos, conclusiones y recomendaciones.</a:t>
            </a:r>
            <a:endParaRPr b="0" sz="1700"/>
          </a:p>
          <a:p>
            <a:pPr indent="0" lvl="0" marL="0" rtl="0" algn="l">
              <a:spcBef>
                <a:spcPts val="1200"/>
              </a:spcBef>
              <a:spcAft>
                <a:spcPts val="0"/>
              </a:spcAft>
              <a:buNone/>
            </a:pPr>
            <a:r>
              <a:t/>
            </a:r>
            <a:endParaRPr b="0" sz="1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ctrTitle"/>
          </p:nvPr>
        </p:nvSpPr>
        <p:spPr>
          <a:xfrm>
            <a:off x="14950" y="-591600"/>
            <a:ext cx="4246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u="sng"/>
              <a:t>Discovery</a:t>
            </a:r>
            <a:endParaRPr u="sng"/>
          </a:p>
        </p:txBody>
      </p:sp>
      <p:sp>
        <p:nvSpPr>
          <p:cNvPr id="296" name="Google Shape;296;p16"/>
          <p:cNvSpPr txBox="1"/>
          <p:nvPr>
            <p:ph type="ctrTitle"/>
          </p:nvPr>
        </p:nvSpPr>
        <p:spPr>
          <a:xfrm>
            <a:off x="101725" y="698850"/>
            <a:ext cx="6103500" cy="18729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0" lang="es-419" sz="1700"/>
              <a:t>Durante esta etapa, al no contar con documentación previa, decidí analizar las </a:t>
            </a:r>
            <a:r>
              <a:rPr lang="es-419" sz="1700"/>
              <a:t>funcionalidades principales</a:t>
            </a:r>
            <a:r>
              <a:rPr b="0" lang="es-419" sz="1700"/>
              <a:t> que ofrece Facebook Lite, comparando su comportamiento con el de la versión estándar de Facebook.</a:t>
            </a:r>
            <a:endParaRPr b="0" sz="1700"/>
          </a:p>
          <a:p>
            <a:pPr indent="0" lvl="0" marL="0" rtl="0" algn="l">
              <a:spcBef>
                <a:spcPts val="1200"/>
              </a:spcBef>
              <a:spcAft>
                <a:spcPts val="0"/>
              </a:spcAft>
              <a:buNone/>
            </a:pPr>
            <a:r>
              <a:t/>
            </a:r>
            <a:endParaRPr b="0" sz="1700"/>
          </a:p>
        </p:txBody>
      </p:sp>
      <p:sp>
        <p:nvSpPr>
          <p:cNvPr id="297" name="Google Shape;297;p16"/>
          <p:cNvSpPr txBox="1"/>
          <p:nvPr>
            <p:ph type="ctrTitle"/>
          </p:nvPr>
        </p:nvSpPr>
        <p:spPr>
          <a:xfrm>
            <a:off x="17830" y="1631657"/>
            <a:ext cx="4246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u="sng"/>
              <a:t>Descripción de </a:t>
            </a:r>
            <a:r>
              <a:rPr lang="es-419" u="sng"/>
              <a:t>áreas</a:t>
            </a:r>
            <a:r>
              <a:rPr lang="es-419" u="sng"/>
              <a:t> evaluadas</a:t>
            </a:r>
            <a:endParaRPr u="sng"/>
          </a:p>
        </p:txBody>
      </p:sp>
      <p:sp>
        <p:nvSpPr>
          <p:cNvPr id="298" name="Google Shape;298;p16"/>
          <p:cNvSpPr txBox="1"/>
          <p:nvPr>
            <p:ph type="ctrTitle"/>
          </p:nvPr>
        </p:nvSpPr>
        <p:spPr>
          <a:xfrm>
            <a:off x="62413" y="2818454"/>
            <a:ext cx="6103500" cy="18729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b="0" lang="es-419" sz="1700"/>
              <a:t>Enfoque principal en </a:t>
            </a:r>
            <a:r>
              <a:rPr b="0" lang="es-419" sz="1700"/>
              <a:t>creación</a:t>
            </a:r>
            <a:r>
              <a:rPr b="0" lang="es-419" sz="1700"/>
              <a:t> de publicaciones, feed principal, interfaz, </a:t>
            </a:r>
            <a:r>
              <a:rPr b="0" lang="es-419" sz="1700"/>
              <a:t>visualización</a:t>
            </a:r>
            <a:r>
              <a:rPr b="0" lang="es-419" sz="1700"/>
              <a:t> de historias, </a:t>
            </a:r>
            <a:r>
              <a:rPr b="0" lang="es-419" sz="1700"/>
              <a:t>mensajería</a:t>
            </a:r>
            <a:r>
              <a:rPr b="0" lang="es-419" sz="1700"/>
              <a:t> y </a:t>
            </a:r>
            <a:r>
              <a:rPr b="0" lang="es-419" sz="1700"/>
              <a:t>configuración</a:t>
            </a:r>
            <a:r>
              <a:rPr b="0" lang="es-419" sz="1700"/>
              <a:t> del perfil del usuario</a:t>
            </a:r>
            <a:endParaRPr b="0" sz="1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7"/>
          <p:cNvSpPr txBox="1"/>
          <p:nvPr>
            <p:ph type="ctrTitle"/>
          </p:nvPr>
        </p:nvSpPr>
        <p:spPr>
          <a:xfrm>
            <a:off x="31540" y="-358861"/>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u="sng"/>
              <a:t>Resumen de bugs encontrados</a:t>
            </a:r>
            <a:endParaRPr u="sng"/>
          </a:p>
        </p:txBody>
      </p:sp>
      <p:sp>
        <p:nvSpPr>
          <p:cNvPr id="304" name="Google Shape;304;p17"/>
          <p:cNvSpPr txBox="1"/>
          <p:nvPr>
            <p:ph idx="1" type="subTitle"/>
          </p:nvPr>
        </p:nvSpPr>
        <p:spPr>
          <a:xfrm>
            <a:off x="39026" y="1241349"/>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Durante la </a:t>
            </a:r>
            <a:r>
              <a:rPr lang="es-419"/>
              <a:t>ejecución</a:t>
            </a:r>
            <a:r>
              <a:rPr lang="es-419"/>
              <a:t> de los casos de prueba se detectaron 3 Bugs</a:t>
            </a:r>
            <a:endParaRPr/>
          </a:p>
        </p:txBody>
      </p:sp>
      <p:cxnSp>
        <p:nvCxnSpPr>
          <p:cNvPr id="305" name="Google Shape;305;p17"/>
          <p:cNvCxnSpPr>
            <a:stCxn id="304" idx="2"/>
          </p:cNvCxnSpPr>
          <p:nvPr/>
        </p:nvCxnSpPr>
        <p:spPr>
          <a:xfrm>
            <a:off x="2166776" y="1936749"/>
            <a:ext cx="532200" cy="403200"/>
          </a:xfrm>
          <a:prstGeom prst="straightConnector1">
            <a:avLst/>
          </a:prstGeom>
          <a:noFill/>
          <a:ln cap="flat" cmpd="sng" w="9525">
            <a:solidFill>
              <a:schemeClr val="lt1"/>
            </a:solidFill>
            <a:prstDash val="solid"/>
            <a:round/>
            <a:headEnd len="med" w="med" type="none"/>
            <a:tailEnd len="med" w="med" type="triangle"/>
          </a:ln>
        </p:spPr>
      </p:cxnSp>
      <p:cxnSp>
        <p:nvCxnSpPr>
          <p:cNvPr id="306" name="Google Shape;306;p17"/>
          <p:cNvCxnSpPr>
            <a:stCxn id="304" idx="2"/>
          </p:cNvCxnSpPr>
          <p:nvPr/>
        </p:nvCxnSpPr>
        <p:spPr>
          <a:xfrm flipH="1">
            <a:off x="1637276" y="1936749"/>
            <a:ext cx="529500" cy="403200"/>
          </a:xfrm>
          <a:prstGeom prst="straightConnector1">
            <a:avLst/>
          </a:prstGeom>
          <a:noFill/>
          <a:ln cap="flat" cmpd="sng" w="9525">
            <a:solidFill>
              <a:schemeClr val="lt1"/>
            </a:solidFill>
            <a:prstDash val="solid"/>
            <a:round/>
            <a:headEnd len="med" w="med" type="none"/>
            <a:tailEnd len="med" w="med" type="triangle"/>
          </a:ln>
        </p:spPr>
      </p:cxnSp>
      <p:sp>
        <p:nvSpPr>
          <p:cNvPr id="307" name="Google Shape;307;p17"/>
          <p:cNvSpPr txBox="1"/>
          <p:nvPr>
            <p:ph idx="1" type="subTitle"/>
          </p:nvPr>
        </p:nvSpPr>
        <p:spPr>
          <a:xfrm>
            <a:off x="1021268" y="2347425"/>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1 FALLA</a:t>
            </a:r>
            <a:endParaRPr/>
          </a:p>
        </p:txBody>
      </p:sp>
      <p:sp>
        <p:nvSpPr>
          <p:cNvPr id="308" name="Google Shape;308;p17"/>
          <p:cNvSpPr txBox="1"/>
          <p:nvPr>
            <p:ph idx="1" type="subTitle"/>
          </p:nvPr>
        </p:nvSpPr>
        <p:spPr>
          <a:xfrm>
            <a:off x="2452065" y="2347555"/>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2 DEFECTOS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8"/>
          <p:cNvSpPr txBox="1"/>
          <p:nvPr>
            <p:ph type="ctrTitle"/>
          </p:nvPr>
        </p:nvSpPr>
        <p:spPr>
          <a:xfrm>
            <a:off x="46494" y="-337428"/>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u="sng"/>
              <a:t>Bugs por tipo de error</a:t>
            </a:r>
            <a:endParaRPr u="sng"/>
          </a:p>
        </p:txBody>
      </p:sp>
      <p:sp>
        <p:nvSpPr>
          <p:cNvPr id="314" name="Google Shape;314;p18"/>
          <p:cNvSpPr txBox="1"/>
          <p:nvPr>
            <p:ph idx="1" type="subTitle"/>
          </p:nvPr>
        </p:nvSpPr>
        <p:spPr>
          <a:xfrm>
            <a:off x="409738" y="41869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Se identificó 1 falla y 2 defectos. La </a:t>
            </a:r>
            <a:r>
              <a:rPr lang="es-419"/>
              <a:t>mayoría</a:t>
            </a:r>
            <a:r>
              <a:rPr lang="es-419"/>
              <a:t> de ellos corresponde a defectos funcionales</a:t>
            </a:r>
            <a:endParaRPr/>
          </a:p>
        </p:txBody>
      </p:sp>
      <p:pic>
        <p:nvPicPr>
          <p:cNvPr id="315" name="Google Shape;315;p18"/>
          <p:cNvPicPr preferRelativeResize="0"/>
          <p:nvPr/>
        </p:nvPicPr>
        <p:blipFill>
          <a:blip r:embed="rId3">
            <a:alphaModFix/>
          </a:blip>
          <a:stretch>
            <a:fillRect/>
          </a:stretch>
        </p:blipFill>
        <p:spPr>
          <a:xfrm>
            <a:off x="275294" y="1288750"/>
            <a:ext cx="4524375" cy="2724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9"/>
          <p:cNvSpPr txBox="1"/>
          <p:nvPr>
            <p:ph type="ctrTitle"/>
          </p:nvPr>
        </p:nvSpPr>
        <p:spPr>
          <a:xfrm>
            <a:off x="46494" y="-337428"/>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u="sng"/>
              <a:t>Bugs por tipo de error</a:t>
            </a:r>
            <a:endParaRPr u="sng"/>
          </a:p>
        </p:txBody>
      </p:sp>
      <p:sp>
        <p:nvSpPr>
          <p:cNvPr id="321" name="Google Shape;321;p19"/>
          <p:cNvSpPr txBox="1"/>
          <p:nvPr>
            <p:ph idx="1" type="subTitle"/>
          </p:nvPr>
        </p:nvSpPr>
        <p:spPr>
          <a:xfrm>
            <a:off x="409738" y="4186900"/>
            <a:ext cx="4255500" cy="695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s-419"/>
              <a:t>De 15 casos de prueba, 14 pasaron correctamente. Esto indica una </a:t>
            </a:r>
            <a:r>
              <a:rPr lang="es-419"/>
              <a:t>aplicación</a:t>
            </a:r>
            <a:r>
              <a:rPr lang="es-419"/>
              <a:t> estable, funcional y que prioriza la experiencia del usuario</a:t>
            </a:r>
            <a:endParaRPr/>
          </a:p>
        </p:txBody>
      </p:sp>
      <p:pic>
        <p:nvPicPr>
          <p:cNvPr id="322" name="Google Shape;322;p19"/>
          <p:cNvPicPr preferRelativeResize="0"/>
          <p:nvPr/>
        </p:nvPicPr>
        <p:blipFill>
          <a:blip r:embed="rId3">
            <a:alphaModFix/>
          </a:blip>
          <a:stretch>
            <a:fillRect/>
          </a:stretch>
        </p:blipFill>
        <p:spPr>
          <a:xfrm>
            <a:off x="520119" y="1369913"/>
            <a:ext cx="4034756" cy="240368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0"/>
          <p:cNvSpPr txBox="1"/>
          <p:nvPr>
            <p:ph type="ctrTitle"/>
          </p:nvPr>
        </p:nvSpPr>
        <p:spPr>
          <a:xfrm>
            <a:off x="46494" y="-337428"/>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u="sng"/>
              <a:t>Bugs por tipo de error</a:t>
            </a:r>
            <a:endParaRPr u="sng"/>
          </a:p>
        </p:txBody>
      </p:sp>
      <p:sp>
        <p:nvSpPr>
          <p:cNvPr id="328" name="Google Shape;328;p20"/>
          <p:cNvSpPr txBox="1"/>
          <p:nvPr>
            <p:ph idx="1" type="subTitle"/>
          </p:nvPr>
        </p:nvSpPr>
        <p:spPr>
          <a:xfrm>
            <a:off x="409738" y="4186900"/>
            <a:ext cx="4255500" cy="6954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s-419"/>
              <a:t>Todos los errores detectados presentan una severidad media, ya que no afectan las funcionalidades principales de la </a:t>
            </a:r>
            <a:r>
              <a:rPr lang="es-419"/>
              <a:t>aplicación</a:t>
            </a:r>
            <a:r>
              <a:rPr lang="es-419"/>
              <a:t>, pero si la experiencia del usuario</a:t>
            </a:r>
            <a:endParaRPr/>
          </a:p>
        </p:txBody>
      </p:sp>
      <p:pic>
        <p:nvPicPr>
          <p:cNvPr id="329" name="Google Shape;329;p20"/>
          <p:cNvPicPr preferRelativeResize="0"/>
          <p:nvPr/>
        </p:nvPicPr>
        <p:blipFill>
          <a:blip r:embed="rId3">
            <a:alphaModFix/>
          </a:blip>
          <a:stretch>
            <a:fillRect/>
          </a:stretch>
        </p:blipFill>
        <p:spPr>
          <a:xfrm>
            <a:off x="409738" y="1438275"/>
            <a:ext cx="4173962" cy="25332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1"/>
          <p:cNvSpPr txBox="1"/>
          <p:nvPr>
            <p:ph type="ctrTitle"/>
          </p:nvPr>
        </p:nvSpPr>
        <p:spPr>
          <a:xfrm>
            <a:off x="-10" y="-358829"/>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u="sng"/>
              <a:t>Recomendaciones</a:t>
            </a:r>
            <a:endParaRPr u="sng"/>
          </a:p>
        </p:txBody>
      </p:sp>
      <p:sp>
        <p:nvSpPr>
          <p:cNvPr id="335" name="Google Shape;335;p21"/>
          <p:cNvSpPr txBox="1"/>
          <p:nvPr>
            <p:ph idx="1" type="subTitle"/>
          </p:nvPr>
        </p:nvSpPr>
        <p:spPr>
          <a:xfrm>
            <a:off x="196000" y="1054450"/>
            <a:ext cx="4376100" cy="10314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SzPts val="605"/>
              <a:buNone/>
            </a:pPr>
            <a:r>
              <a:rPr lang="es-419" sz="1100"/>
              <a:t>Ya que la </a:t>
            </a:r>
            <a:r>
              <a:rPr lang="es-419" sz="1100"/>
              <a:t>aplicación</a:t>
            </a:r>
            <a:r>
              <a:rPr lang="es-419" sz="1100"/>
              <a:t> no presenta errores funcionales </a:t>
            </a:r>
            <a:r>
              <a:rPr lang="es-419" sz="1100"/>
              <a:t>críticos, respecto a los pocos que tiene sugiero no corregirlos, ya que no afecta al desempeño general de Facebook Lite. En su lugar, implementar mensajes informativos indicando al usuario que al tratarse de la versión lite hay funcionalidades limitadas.</a:t>
            </a:r>
            <a:endParaRPr sz="1100"/>
          </a:p>
        </p:txBody>
      </p:sp>
      <p:sp>
        <p:nvSpPr>
          <p:cNvPr id="336" name="Google Shape;336;p21"/>
          <p:cNvSpPr txBox="1"/>
          <p:nvPr>
            <p:ph idx="1" type="subTitle"/>
          </p:nvPr>
        </p:nvSpPr>
        <p:spPr>
          <a:xfrm>
            <a:off x="196000" y="2056050"/>
            <a:ext cx="4376100" cy="10314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SzPts val="605"/>
              <a:buNone/>
            </a:pPr>
            <a:r>
              <a:rPr lang="es-419" sz="1100"/>
              <a:t>Además, se podría invitar al usuario a descargar la versión completa</a:t>
            </a:r>
            <a:r>
              <a:rPr lang="es-419" sz="1100"/>
              <a:t> para poder acceder a todas las funcionalidades.</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